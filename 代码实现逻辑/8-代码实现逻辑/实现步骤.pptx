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50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5E2CA1-DFDA-0F64-5ED5-9E2556CA3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5222DC2-0328-901C-9647-2EC748C6B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FAD288-46CC-B2DD-4646-270B444CC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352A-EEBB-4C3F-BFA1-1AA863B7A31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E0DD33-7AA9-9E7B-4EF5-1E444DD82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BC91C1-B0CB-E462-2D0B-65FE7EB4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40E5-9307-431F-87B9-310AA4FE1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39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A5A00-F470-EC6D-BF25-5279EFE5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B752D3-E3E6-04ED-699D-1AAFDFA1B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4370E6-2BA6-5CA1-1CC6-C9A235E2A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352A-EEBB-4C3F-BFA1-1AA863B7A31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E128BA-5578-C9CF-B3A9-9A1CF21F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5C76B9-2D15-45D5-7A7A-943EA125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40E5-9307-431F-87B9-310AA4FE1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742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1D0B3-81F3-4030-0CDE-4120D5151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F0252B-E408-28DB-C19B-4FA2289B3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AC96A7-C162-2DC0-F122-3F711E1C6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352A-EEBB-4C3F-BFA1-1AA863B7A31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5AAD52-AB7D-4E3F-F49F-6CA83083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ADF2E1-63D2-23B5-A4D9-30220A07B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40E5-9307-431F-87B9-310AA4FE1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814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11E4A6-D74C-55A8-0F23-7CD41AFE9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C788CD-A8BD-D1B0-B43F-0F9A74EF1E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E72F40-1DE6-B15D-99DB-F5702C9BD9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0FFFE3-81A0-1E8D-BAAF-FA792ECBE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352A-EEBB-4C3F-BFA1-1AA863B7A31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3BAEA9-8FBA-4D81-744E-5351B20BC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5B6238-ED6C-0D6C-1F0C-44B26D112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40E5-9307-431F-87B9-310AA4FE1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190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77F5C5-C273-13E1-3914-D6C33BF6B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E803EE-A07D-7BF7-C9DE-5F987FD29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8307F2-F233-6232-C5DE-7D7C9DB52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AF6FA7-110F-51E9-B8CD-BADE81C79F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E4191DA-53D1-3438-3C87-2BA8EC01B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8D6954-6146-B11B-CAA7-9B403114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352A-EEBB-4C3F-BFA1-1AA863B7A31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CE4679-5A52-A28E-D463-5423EFF7C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A79D33-EF07-9D68-2D82-5E9B8951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40E5-9307-431F-87B9-310AA4FE1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672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A67B3E-2C6F-F982-DC2C-49996C4CE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A548920-21B3-53DC-6448-FCB120DBA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352A-EEBB-4C3F-BFA1-1AA863B7A31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690F5E-C240-B9E5-BDE3-F976E65DF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53FD6A-0137-EE6E-692C-EBD994D48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40E5-9307-431F-87B9-310AA4FE1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055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BD342BD-BFEB-5E6F-F3F0-FF43EE199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352A-EEBB-4C3F-BFA1-1AA863B7A31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28946D-D238-401F-0601-72D68C128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414356-8FB3-F316-9960-D90C250FC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40E5-9307-431F-87B9-310AA4FE1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117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B6471-EC08-56AB-ED1B-676D4AE66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4A5816-D6AC-CF1D-C53A-6DC45E47B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9B22AD-4338-8CCE-07A1-2E6DCB65B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AEFC6F-3F6F-47B9-9261-979DA7B95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352A-EEBB-4C3F-BFA1-1AA863B7A31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7EEFA0-2F53-7FA5-A445-D7A4316D7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F2633A-F4B2-5B69-101A-3F26B1CF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40E5-9307-431F-87B9-310AA4FE1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60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2FADD9-772D-DD6E-D997-75A167ACC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3B7353-1393-6151-044C-462A01A8A3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10839F-F01A-DB5D-AE93-7244D71CE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D9DD9E-2584-8870-C046-253FDEFD2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352A-EEBB-4C3F-BFA1-1AA863B7A31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8BCCD7-45B3-64AE-AAB7-5AFBAA7DC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175CA9-A5A1-9B8E-3D00-529D5818C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40E5-9307-431F-87B9-310AA4FE1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982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036AD4-355D-3389-2678-8978F790C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CF4A85-30B9-0191-B6A8-CA15F573B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DADA67-75BE-1D4A-1CB6-3DE3FE430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352A-EEBB-4C3F-BFA1-1AA863B7A31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ED4A26-7E24-8777-303A-7D49A53B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4E116C-4744-5534-AD45-F083FD265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40E5-9307-431F-87B9-310AA4FE1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469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9ED852-4ECC-5F4F-DC94-B8F3A38D7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1B0F95-AAC7-85BC-EDA4-834051418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4F1693-AD50-413D-1F8B-61A01DB1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6352A-EEBB-4C3F-BFA1-1AA863B7A31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68007B-1228-2B7F-E4B3-E3E8E50AB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0DC32C-243D-DC3C-6371-033508D5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40E5-9307-431F-87B9-310AA4FE1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039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4FB067-F066-B01F-1EA6-24B049E54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FD62FE-41AD-5224-EEC8-CF245290A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62565-3936-A7A4-F472-2E5FF1CADD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6352A-EEBB-4C3F-BFA1-1AA863B7A31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CD9B41-9530-1A4F-3E1A-8169EFDED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33AB2A-CE11-8E84-E1C1-9FC0E59FF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D40E5-9307-431F-87B9-310AA4FE1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0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3DC6B86-369E-AC4F-535B-AF7EA63BF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21" y="0"/>
            <a:ext cx="108409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290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56EC7-9707-F5B7-5ADE-5D95BB91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46">
            <a:extLst>
              <a:ext uri="{FF2B5EF4-FFF2-40B4-BE49-F238E27FC236}">
                <a16:creationId xmlns:a16="http://schemas.microsoft.com/office/drawing/2014/main" id="{1A468472-D4EB-9D34-3C88-407F0DE26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4" y="476079"/>
            <a:ext cx="12052452" cy="5905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2018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A7C9D-DAA7-33C0-5B90-F3DB09929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710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5CCF2-D311-EBD7-3E72-173BA233C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117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8DED6-4A19-E16B-458B-392AC8914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555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0</Words>
  <Application>Microsoft Office PowerPoint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 wnag</dc:creator>
  <cp:lastModifiedBy>nan wnag</cp:lastModifiedBy>
  <cp:revision>2</cp:revision>
  <dcterms:created xsi:type="dcterms:W3CDTF">2025-12-26T01:01:03Z</dcterms:created>
  <dcterms:modified xsi:type="dcterms:W3CDTF">2025-12-26T03:07:50Z</dcterms:modified>
</cp:coreProperties>
</file>