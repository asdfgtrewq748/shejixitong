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56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50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21FF0-6EE4-2CD4-1454-47713D889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3BAC91-58A4-6FF5-9424-F273F6382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FE4975-76D6-5097-7A3B-5D5C0DDF1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4052-CF24-479D-AAB7-BCD85A0C9B7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DFDEE-B23B-36AB-6941-32DDBD669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A5DBA6-445E-AF57-FAFF-58C08CB1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9C47C-CB9E-419F-B83D-D287B5D48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15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74AFC-3BBD-7235-DC2B-F6C926C4A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C05292-59C8-C0AA-34CE-D65A10613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00A3AD-F4DA-90C5-F29F-F09768D0F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4052-CF24-479D-AAB7-BCD85A0C9B7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7AD2FB-8E03-6F1F-B544-12C35639F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9CE19E-251F-3C60-DF65-603D06D3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9C47C-CB9E-419F-B83D-D287B5D48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80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2FF1B7-89F0-F1B1-187B-632DEE7F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8CBDA9-80A2-75A5-E5F4-BE1EF9125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7FB3CD-01AE-6838-7E6C-081F1A2ED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4052-CF24-479D-AAB7-BCD85A0C9B7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14FF86-5629-E683-ADA3-FCAFA11D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D5E648-9623-D878-01D9-5D634F42E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9C47C-CB9E-419F-B83D-D287B5D48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00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C39F2-0DFB-0F51-8246-52E7BB817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B15DEF-0957-A724-F990-6FC29293A8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D7EFB6-9FC3-FC25-8F9C-8B32958C6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87DB6D-4356-47A0-7C63-A3686684F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4052-CF24-479D-AAB7-BCD85A0C9B7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5767E2-8F4D-3281-091A-59AA50299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EA19BF-6658-62DD-4812-0AC2DE68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9C47C-CB9E-419F-B83D-D287B5D48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76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D05EE4-F1B8-91CC-479B-72B731BA2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1E08F3-91D8-9EAA-FD17-BF632206D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88C4CE-370D-6509-89DC-6B944E289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F2A0D68-294C-B0FE-0555-8FCE6C5F7B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B602BC5-97B3-1FA1-C07F-3B23FF30E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FBAAA6-258C-1C13-59F8-94833F1AD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4052-CF24-479D-AAB7-BCD85A0C9B7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2FE122-FF36-45C9-30BB-64E5574A7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22EC4F-6735-0D40-83CD-77F00498B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9C47C-CB9E-419F-B83D-D287B5D48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91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11AB7F-E11D-EF81-8C82-EEDC1529F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52A56C-117F-A12F-27A0-2FA098FD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4052-CF24-479D-AAB7-BCD85A0C9B7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000A80-9564-C445-4399-BEAD6ED35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B8AF14-1368-EFB7-2CDC-5EB9FEEA4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9C47C-CB9E-419F-B83D-D287B5D48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13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ACF4D3-C89A-C2ED-369B-3C11B95B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4052-CF24-479D-AAB7-BCD85A0C9B7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BB354D-D4A9-BDD4-BC1D-1BDA0E5DC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1E3018-D526-D3DB-5BED-08FCD2E6B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9C47C-CB9E-419F-B83D-D287B5D48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549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8A236-E737-2F21-918C-1B88E9BB9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20C87F-8A27-00D9-8441-C5BD3712D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F47781-F717-ED3C-52AA-0E3A4036F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F7CFE0-97CE-A606-89BE-F55A8BCBC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4052-CF24-479D-AAB7-BCD85A0C9B7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373C3C-1E0C-70AC-D183-143A4DCC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9E0686-F1D4-8AEA-0CE5-C98B891D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9C47C-CB9E-419F-B83D-D287B5D48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523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871F7-48C3-87CA-35F4-E3D6CD448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87CEEF-8EEE-4287-D130-68FE82E46B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3840E5-A8E6-F44C-7BAA-089A959C6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63961D-30BF-AD09-5CC3-D194CB85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4052-CF24-479D-AAB7-BCD85A0C9B7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5D3561-0345-EF52-DFB1-0EB23571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8DC037-4663-4748-7FB6-1F9B12CC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9C47C-CB9E-419F-B83D-D287B5D48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990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1D7CF1-5A15-7781-3D49-9BD67F8F9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A8DD1D-17EE-46B4-3A5B-10C81327F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FE9FF4-0B9F-CC7E-2194-239E7773A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4052-CF24-479D-AAB7-BCD85A0C9B7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D340F7-015C-4CD5-C5D5-A16AAF667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323695-F7EC-8815-C7F1-B9006F7B3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9C47C-CB9E-419F-B83D-D287B5D48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13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5EBE48-87AE-461F-A94D-062C53A6F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1004EA-8B68-D35A-3064-8D4388B59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5B367B-9B51-3C51-313C-83B89122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4052-CF24-479D-AAB7-BCD85A0C9B7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EDE449-761B-B9B8-74DD-BFC2717C7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812721-C400-A3F9-1A04-8FE8B01C1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9C47C-CB9E-419F-B83D-D287B5D48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240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2B8E074-CF13-5704-A1A0-CB91E1284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FDBE86-78E6-E0BD-4CB1-61D5F5912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3F53BE-B89F-16FA-2DEB-13FA989FA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54052-CF24-479D-AAB7-BCD85A0C9B7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ECDCBC-B95F-AC7D-D3A2-3ED55F354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FFF437-E459-B46B-9265-12FA5389F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9C47C-CB9E-419F-B83D-D287B5D48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942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C2E12-B78E-4517-62B5-4E80D4492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2">
            <a:extLst>
              <a:ext uri="{FF2B5EF4-FFF2-40B4-BE49-F238E27FC236}">
                <a16:creationId xmlns:a16="http://schemas.microsoft.com/office/drawing/2014/main" id="{44F61B06-30AE-96F9-10BD-23961E412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0095"/>
            <a:ext cx="12212263" cy="45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9453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0F496-EB12-9057-5D39-1322AED71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2">
            <a:extLst>
              <a:ext uri="{FF2B5EF4-FFF2-40B4-BE49-F238E27FC236}">
                <a16:creationId xmlns:a16="http://schemas.microsoft.com/office/drawing/2014/main" id="{6A8404DE-007A-5E20-37BE-A9C763025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69" y="124137"/>
            <a:ext cx="10519674" cy="3184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图片 1">
            <a:extLst>
              <a:ext uri="{FF2B5EF4-FFF2-40B4-BE49-F238E27FC236}">
                <a16:creationId xmlns:a16="http://schemas.microsoft.com/office/drawing/2014/main" id="{895E0915-4129-1F35-280E-0B38FBC1C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69" y="3671741"/>
            <a:ext cx="10519674" cy="2772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2960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0">
            <a:extLst>
              <a:ext uri="{FF2B5EF4-FFF2-40B4-BE49-F238E27FC236}">
                <a16:creationId xmlns:a16="http://schemas.microsoft.com/office/drawing/2014/main" id="{EF9749C2-6AA2-B085-C21A-4A67575D6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21" y="3583005"/>
            <a:ext cx="11426959" cy="274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4322DCD-49BB-3D5F-A13F-05BD0412E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360" y="210343"/>
            <a:ext cx="8437281" cy="306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949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 wnag</dc:creator>
  <cp:lastModifiedBy>nan wnag</cp:lastModifiedBy>
  <cp:revision>1</cp:revision>
  <dcterms:created xsi:type="dcterms:W3CDTF">2025-12-26T03:04:53Z</dcterms:created>
  <dcterms:modified xsi:type="dcterms:W3CDTF">2025-12-26T03:06:39Z</dcterms:modified>
</cp:coreProperties>
</file>