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5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CDBBE-6FEE-4711-F21E-7C2F9AED6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A76610-37F5-2CC9-945E-57556320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2A770-2AA1-B903-96C7-C9555F4FC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778926-D5F5-9151-2065-F35FF49E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25C21-3DDF-26BE-12D0-5E52BF3A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81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85371-AEC6-7A7D-799C-1CD8D942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BF72CE-7221-CE62-A3F9-C07772F2D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4BA16-F98B-E091-A8A0-85B9C49B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578DB9-F313-5600-5074-B847FBC3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B5046E-9262-33E9-9EF0-556DA09A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81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FE555-8C9B-9447-FE1C-A2199DAFF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AA96D0-53D0-A2A9-F11F-FFEBC1CFE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8E3B02-ECCA-32E8-ADDC-65AA8056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B4565-F352-6BDF-9F27-648C5061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B3645E-2FC0-182C-2945-B1175B47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89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845F8-FD86-3030-E073-270B96357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E8EA3-707D-4408-1796-08989629B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F65399-0FD8-28B7-6E8B-6E47D3A71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A3209-5D89-82F5-36E1-788BB38E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107B0F-B0AE-ECD6-FAB6-07C5F351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DD43A-E56A-80EB-DA35-FDC0DE7D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65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9FB4B-7AF8-DA45-DAE8-1C676DE8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9725D6-9742-EB4E-0C56-53013518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EA0B3C-3FCD-20CF-0BD9-5B5130B6D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6ECDD3-B72C-F645-5594-7A87B939D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169336-B6AE-3258-A9A8-041EB0776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BD85BC-EF55-562A-0D65-3E753181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BBF56F-76E9-675E-A509-DB51386F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ED5CEA-0B31-6A0B-08BD-0991175A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8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74437-F35C-24C5-130B-8917547A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20DBED-48C5-8D7B-98B3-09B6F59F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7DFFA9-8F7F-6583-379D-AF971BC5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57B026-F534-7C53-0F59-BBFC8EFF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4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D322E5-AE95-8578-697E-48071EB5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2A9D58-C886-2833-B1A9-2FC97791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72693-ABF3-BD81-F5C7-7EA90EA3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AF581-8C29-0879-D6A3-F9CC1D35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E146A-B82A-C76B-3B05-3BDA480F8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697355-DA59-DB3A-F654-0BF59FB79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3D5B51-7F0E-39AB-C9C4-331742AA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64732F-166D-96C1-E094-9BD22152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F38600-3A6D-289F-99C7-3E41725B3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75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9637C-9DD1-4A82-C23D-AADC1774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98DF69-17E3-9FE6-3213-B91D3DEFA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22DEC7-0CEB-D235-B445-E40E0EC92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733295-2112-F2CE-31EB-F84827A8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2F636-2631-E565-8700-5E5254230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AF184F-A6B0-B4D5-4B24-C6D8E498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71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7D35F-3D63-633E-380A-2E718146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488B1F-504D-355B-E815-6A50E1575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92906-B499-763D-E7E9-6ACF3D5CF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637CD1-A001-FE3F-4DC0-1FE489A3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C7C08-241E-E06A-BE42-C249D457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60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402E2E-E71A-F706-83B1-7B2E52A96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1588E3-C54B-4C4A-44E5-79D2A6D5A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D133B-F2E4-A7A2-D147-802918BA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988154-ED88-A7AC-632E-FFD650BC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8CEB4-2E82-30B2-54C6-7381CE29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8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71360C-6CEF-63A4-D0E8-8A0A134F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E66F27-C307-4D90-AD0E-B1B43348B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EF8C5-19C7-6869-E55C-07EE8F198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E625B-6EAB-4FC7-B6F6-1C5F9D240AC2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89440D-D9B9-FA6E-06FC-E9ED66216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564675-FCF8-4EDE-5E0D-C5A89109B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982BD-D641-4FE9-A190-95AF101CD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09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237D1A7-3232-B5B9-91CE-7DB608DF2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27" y="338060"/>
            <a:ext cx="10632346" cy="61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5F38652-3FC9-5A82-E218-1C6B3F662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140" y="1999364"/>
            <a:ext cx="8571719" cy="285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3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D13B0EE-EBDB-2786-9F05-3321D79F7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17" y="338060"/>
            <a:ext cx="10772566" cy="61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1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C91B843-E33F-8560-CAF9-EB205BF49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41" y="1819516"/>
            <a:ext cx="8748518" cy="321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9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 wnag</dc:creator>
  <cp:lastModifiedBy>nan wnag</cp:lastModifiedBy>
  <cp:revision>1</cp:revision>
  <dcterms:created xsi:type="dcterms:W3CDTF">2025-12-26T02:47:37Z</dcterms:created>
  <dcterms:modified xsi:type="dcterms:W3CDTF">2025-12-26T02:48:38Z</dcterms:modified>
</cp:coreProperties>
</file>